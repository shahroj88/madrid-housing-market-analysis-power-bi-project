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5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2/4/2026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2/4/2026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2/4/2026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2/4/2026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2/4/2026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2/4/2026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2/4/2026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2/4/2026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2613820"/>
            <a:ext cx="4098175" cy="815180"/>
          </a:xfrm>
        </p:spPr>
        <p:txBody>
          <a:bodyPr>
            <a:normAutofit/>
          </a:bodyPr>
          <a:lstStyle/>
          <a:p>
            <a:r>
              <a:rPr lang="en-US" sz="2800" dirty="0"/>
              <a:t>Title : Madrid Housing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4343400"/>
            <a:ext cx="4098175" cy="12192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Name: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Shahroj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Batch: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B9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Tool Used: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Power BI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Dataset: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houses_Madrid.csv</a:t>
            </a:r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Objective:</a:t>
            </a:r>
            <a:endParaRPr lang="en-US" dirty="0"/>
          </a:p>
          <a:p>
            <a:r>
              <a:rPr lang="en-US" dirty="0"/>
              <a:t>Analyze Madrid housing data using Power BI</a:t>
            </a:r>
          </a:p>
          <a:p>
            <a:r>
              <a:rPr lang="en-US" dirty="0"/>
              <a:t>Identify price trends and investment opportunities</a:t>
            </a:r>
          </a:p>
          <a:p>
            <a:r>
              <a:rPr lang="en-US" dirty="0"/>
              <a:t>Build an interactive dashboard</a:t>
            </a:r>
          </a:p>
          <a:p>
            <a:pPr marL="0" indent="0">
              <a:buNone/>
            </a:pPr>
            <a:r>
              <a:rPr lang="en-US" b="1" dirty="0"/>
              <a:t>Key Focus Areas:</a:t>
            </a:r>
            <a:endParaRPr lang="en-US" dirty="0"/>
          </a:p>
          <a:p>
            <a:r>
              <a:rPr lang="en-US" dirty="0"/>
              <a:t>Data cleaning &amp; transformation</a:t>
            </a:r>
          </a:p>
          <a:p>
            <a:r>
              <a:rPr lang="en-US" dirty="0"/>
              <a:t>Price analysis</a:t>
            </a:r>
          </a:p>
          <a:p>
            <a:r>
              <a:rPr lang="en-US" dirty="0"/>
              <a:t>Market segmentation</a:t>
            </a:r>
          </a:p>
          <a:p>
            <a:r>
              <a:rPr lang="en-US" dirty="0"/>
              <a:t>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&amp; Measures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20C84F-8A9C-9E00-ABA6-90F1FD0720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00200"/>
            <a:ext cx="10515600" cy="182880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5A82E0-EC94-94C1-D7F0-F09587FF3DE2}"/>
              </a:ext>
            </a:extLst>
          </p:cNvPr>
          <p:cNvSpPr txBox="1"/>
          <p:nvPr/>
        </p:nvSpPr>
        <p:spPr>
          <a:xfrm>
            <a:off x="819539" y="3604417"/>
            <a:ext cx="70290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Steps Performed: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Loaded dataset into Power 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Checked data types and null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Created calculated measures: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Average Buy Price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Average Price per Sqm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Total Listings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Investment Score</a:t>
            </a:r>
          </a:p>
        </p:txBody>
      </p:sp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9220"/>
            <a:ext cx="10972800" cy="1325563"/>
          </a:xfrm>
        </p:spPr>
        <p:txBody>
          <a:bodyPr/>
          <a:lstStyle/>
          <a:p>
            <a:r>
              <a:rPr lang="en-US" dirty="0"/>
              <a:t>Impact of Pool &amp; New Development on Property Prices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425B271-48C0-E307-21F7-1775E316D1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752600"/>
            <a:ext cx="8534400" cy="2830909"/>
          </a:xfr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48922D40-577A-FF38-057E-34A4D1DD620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04800" y="4848761"/>
            <a:ext cx="1151308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Properties with a </a:t>
            </a:r>
            <a:r>
              <a:rPr lang="en-US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has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pool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have a significantly higher average buy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Listings marked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new developments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generally show higher prices compared to older properties.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Blank values indicate missing feature information and were kept as-is to maintain data integrity.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These features strongly influence property valuation and investment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Price per Square Meter by Property Type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21C982B-C1F1-2F5B-69C1-BB3E233207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697" y="1676400"/>
            <a:ext cx="5896606" cy="2667000"/>
          </a:xfr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D95190F6-C62A-B93E-14DA-9C138FC1CC9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952500" y="4724400"/>
            <a:ext cx="10287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Apartments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Pisos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) have a moderate price per square meter.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Casa o chalet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properties are relatively cheaper per sqm.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Duplex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properties show a higher price compared to standard apartments.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ticos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 (Penthouses) have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highest average price per square meter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Investment Opportunities (Top 5)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8334584-3D25-7800-5B7D-D1D79C69D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351" y="4733835"/>
            <a:ext cx="10287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None/>
              <a:defRPr sz="2400" b="0" kern="1200" cap="none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Top 5 investment opportunities are identified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based on built area and loan interest rate.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Higher investment score indicates better opportunities.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74FB915-F209-8640-E5F9-B5A76E01E4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524000"/>
            <a:ext cx="8458200" cy="2971800"/>
          </a:xfrm>
        </p:spPr>
      </p:pic>
    </p:spTree>
    <p:extLst>
      <p:ext uri="{BB962C8B-B14F-4D97-AF65-F5344CB8AC3E}">
        <p14:creationId xmlns:p14="http://schemas.microsoft.com/office/powerpoint/2010/main" val="263767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AB8CA6-F049-2719-0D5D-401DBF688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05000"/>
            <a:ext cx="10287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None/>
              <a:defRPr sz="2400" b="0" kern="1200" cap="none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400"/>
              </a:spcBef>
              <a:buSzPct val="100000"/>
              <a:buFont typeface="Arial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This Power BI project provides valuable insights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into Madrid’s housing market.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It helps users understand pricing trends,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feature impact, and investment opportunities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through interactive visualizations.</a:t>
            </a:r>
          </a:p>
        </p:txBody>
      </p:sp>
    </p:spTree>
    <p:extLst>
      <p:ext uri="{BB962C8B-B14F-4D97-AF65-F5344CB8AC3E}">
        <p14:creationId xmlns:p14="http://schemas.microsoft.com/office/powerpoint/2010/main" val="54710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86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presentation (widescreen)</Template>
  <TotalTime>36</TotalTime>
  <Words>269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Franklin Gothic Medium</vt:lpstr>
      <vt:lpstr>Medical Design 16x9</vt:lpstr>
      <vt:lpstr>Title : Madrid Housing Market Analysis</vt:lpstr>
      <vt:lpstr>Project Overview</vt:lpstr>
      <vt:lpstr>Data Preparation &amp; Measures</vt:lpstr>
      <vt:lpstr>Impact of Pool &amp; New Development on Property Prices</vt:lpstr>
      <vt:lpstr>Average Price per Square Meter by Property Type</vt:lpstr>
      <vt:lpstr>Top Investment Opportunities (Top 5)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SHAHROJ 22SCSE2030604</dc:creator>
  <cp:lastModifiedBy>SHAHROJ 22SCSE2030604</cp:lastModifiedBy>
  <cp:revision>3</cp:revision>
  <dcterms:created xsi:type="dcterms:W3CDTF">2026-02-04T05:38:12Z</dcterms:created>
  <dcterms:modified xsi:type="dcterms:W3CDTF">2026-02-04T06:14:34Z</dcterms:modified>
</cp:coreProperties>
</file>